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Old Standard TT"/>
      <p:regular r:id="rId17"/>
      <p:bold r:id="rId18"/>
      <p: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ldStandardT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italic.fntdata"/><Relationship Id="rId6" Type="http://schemas.openxmlformats.org/officeDocument/2006/relationships/slide" Target="slides/slide1.xml"/><Relationship Id="rId18" Type="http://schemas.openxmlformats.org/officeDocument/2006/relationships/font" Target="fonts/OldStandardT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907bc840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907bc840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907bc840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907bc840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907bc840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907bc840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907bc840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907bc840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907bc840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907bc840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907bc840f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907bc840f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907bc840f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907bc840f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907bc840f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907bc840f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0bca2f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90bca2f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90bca2f6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90bca2f6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 Key Value Server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accent1"/>
                </a:solidFill>
              </a:rPr>
              <a:t>Dev Sonar 25M0824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Architecture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4314700"/>
            <a:ext cx="8520600" cy="2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313" y="1210625"/>
            <a:ext cx="5739367" cy="295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 Diagram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(Request Flow)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 flipH="1" rot="10800000">
            <a:off x="311700" y="5241325"/>
            <a:ext cx="86100" cy="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1599" y="389400"/>
            <a:ext cx="4012425" cy="40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539750" y="2263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 Generator Architecture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965025"/>
            <a:ext cx="8250000" cy="403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 Test Setup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Everything was tested locally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Cloud methods were tried but they were not effective enough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backend_server was pinned to a single core number :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frontend_server was pinned to cores 4-7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load_generator was pinned to cores 1-2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bottlenecks </a:t>
            </a:r>
            <a:r>
              <a:rPr lang="en-GB"/>
              <a:t>for CPU and IO </a:t>
            </a:r>
            <a:r>
              <a:rPr lang="en-GB"/>
              <a:t>were seen using the htop and iostat command respectively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Processor : i5-10300H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CPU Bottleneck 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was achieved while using the GET_POPULAR workload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825" y="1740775"/>
            <a:ext cx="8591923" cy="30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IO Bottleneck 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was achieved while using the GET_ALL workload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925" y="1670075"/>
            <a:ext cx="8574151" cy="302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workloads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058225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PUT_ALL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52377"/>
            <a:ext cx="9143999" cy="3225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GET_PUT_MIX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076" y="1697050"/>
            <a:ext cx="8456576" cy="322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701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snapshots of performance testing :</a:t>
            </a:r>
            <a:br>
              <a:rPr lang="en-GB"/>
            </a:b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09250"/>
            <a:ext cx="8308752" cy="414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700" y="756275"/>
            <a:ext cx="7860576" cy="388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